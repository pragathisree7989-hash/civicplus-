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0B5FFF">
              <a:alpha val="30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12805C">
              <a:alpha val="25000"/>
            </a:srgbClr>
          </a:solidFill>
          <a:ln w="12700">
            <a:solidFill>
              <a:srgbClr val="12805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B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Prioritize. Resolve.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civic issue platform that turns citizen reports into a transparent, ranked action list for authorities.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Buildion Hub Hackathon · Problem Statement 01: Civic Issues 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Answer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civic complaints get lost, and how CivicPulse fixes 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Complaints are scattered, duplicated and unranked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Authorities can't tell what is urgent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Citizens get no updates, so trust erodes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Fake or spam reports waste field 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literacy and poor internet exclude many people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54864" cy="3108960"/>
          </a:xfrm>
          <a:prstGeom prst="rect">
            <a:avLst/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CivicPulse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 + GPS + voice reporting in under a minute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Duplicates merge into one confirmed issue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transparent score ranks every open issue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 score, GPS check and rate limits block spam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status timeline and notifications for citizens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Two Roles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Citizen and Authority with a single toggle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Citizen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with nearby issues, My Reports, Issues I Confirmed, 6 quick category buttons, 6-step report flow, notifications, profile with trust score.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Authority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stats, auto-sorted priority list, issue map with filters, analytics, risk board, one-tap status updates.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issue categories, each auto-routed to the right team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365760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3703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41879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Reporting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guided steps, with progress bar, back button and demo AI help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demo photo; AI suggests category + severity (mock)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Draggable map pin vs device GPS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tap-friendly options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or voice in English / Telugu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310896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High, Critical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then submit with duplicate check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submit: Report ID, priority score + level, and "authority will verify within 24 hours".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Priority Engine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gets a 0-100 score. Tap "Why is this priority?" to see the math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261872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61872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828800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828800"/>
            <a:ext cx="2438400" cy="237744"/>
          </a:xfrm>
          <a:prstGeom prst="roundRect">
            <a:avLst>
              <a:gd name="adj" fmla="val 38462"/>
            </a:avLst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1755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22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Confirmations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34640" y="2395728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395728"/>
            <a:ext cx="1950720" cy="237744"/>
          </a:xfrm>
          <a:prstGeom prst="roundRect">
            <a:avLst>
              <a:gd name="adj" fmla="val 38462"/>
            </a:avLst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889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(+10 / day)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2962656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2962656"/>
            <a:ext cx="975360" cy="237744"/>
          </a:xfrm>
          <a:prstGeom prst="roundRect">
            <a:avLst>
              <a:gd name="adj" fmla="val 38462"/>
            </a:avLst>
          </a:prstGeom>
          <a:solidFill>
            <a:srgbClr val="8A63D2"/>
          </a:solidFill>
          <a:ln w="12700">
            <a:solidFill>
              <a:srgbClr val="8A63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2889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Sensitivity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3529584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3529584"/>
            <a:ext cx="975360" cy="237744"/>
          </a:xfrm>
          <a:prstGeom prst="roundRect">
            <a:avLst>
              <a:gd name="adj" fmla="val 3846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3456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Trust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834640" y="4096512"/>
            <a:ext cx="2926080" cy="237744"/>
          </a:xfrm>
          <a:prstGeom prst="roundRect">
            <a:avLst>
              <a:gd name="adj" fmla="val 38462"/>
            </a:avLst>
          </a:prstGeom>
          <a:solidFill>
            <a:srgbClr val="DFE6F0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4096512"/>
            <a:ext cx="487680" cy="237744"/>
          </a:xfrm>
          <a:prstGeom prst="roundRect">
            <a:avLst>
              <a:gd name="adj" fmla="val 38462"/>
            </a:avLst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5216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1188720"/>
            <a:ext cx="219456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325880"/>
            <a:ext cx="54864" cy="30632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1645920"/>
            <a:ext cx="1828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≥ 70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≥ 55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≥ 40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 40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within 150 m (school, hospital, bus stand) boost the score. Open manholes rank highest.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&amp; Hotspots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real-world problem should be one ticket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Detect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submit, the app checks open issues of the same category within 50 m and shows the nearest match with photo, distance and confirmations.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54864" cy="3017520"/>
          </a:xfrm>
          <a:prstGeom prst="rect">
            <a:avLst/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Merge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same issue" adds you as a confirmation instead of a new ticket. Priority is recalculated live, e.g. 41.2 → 43.1.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80160"/>
            <a:ext cx="54864" cy="3017520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Cluster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map, same-category reports within 60 m form numbered hotspot circles, so authorities see one pattern, not many dots.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Anti-Fraud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defences against fake and spam reports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 GPS mismatch check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pin is over 300 m from device GPS, the report is flagged "Needs review" with the distance shown.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54864" cy="132588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252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Trust 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50. Verified +3, Resolved +5, Rejected −10. Feeds 5% of priority.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54864" cy="1325880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Rate limiting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submissions per minute stops spam bursts.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63240"/>
            <a:ext cx="54864" cy="1325880"/>
          </a:xfrm>
          <a:prstGeom prst="rect">
            <a:avLst/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hidden from the public; only authorities see reporter trust. Photo evidence on every report.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Tools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ward officer needs, in one place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total, new, in progress, resolved, high priority. Top 8 auto-sorted issues with rank, level, SLA alert (5+ days) and escalation flag.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54864" cy="3017520"/>
          </a:xfrm>
          <a:prstGeom prst="rect">
            <a:avLst/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Issue Map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pins by priority, landmarks, 4 filters (category, status, priority, ward). Tap a pin for full details.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80160"/>
            <a:ext cx="54864" cy="3017520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Analytics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days, duplicates merged, reports by category, ward and open vs resolved bars.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 &amp; Engagement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always know what is happening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0B5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11887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48840" y="118872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0B5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11887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0B5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11887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32120" y="118872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0B5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3212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11887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463040" cy="594360"/>
          </a:xfrm>
          <a:prstGeom prst="roundRect">
            <a:avLst>
              <a:gd name="adj" fmla="val 46154"/>
            </a:avLst>
          </a:prstGeom>
          <a:solidFill>
            <a:srgbClr val="1280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1188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is available for false reports. Each change is logged with date and note.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423160"/>
            <a:ext cx="54864" cy="19202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with unread count. Citizens are alerted on verify, assign, progress, resolve, reject.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22860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423160"/>
            <a:ext cx="54864" cy="1920240"/>
          </a:xfrm>
          <a:prstGeom prst="rect">
            <a:avLst/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Voice &amp; Telugu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input in English or తెలుగు, with a demo fallback when the browser lacks speech API.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22860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423160"/>
            <a:ext cx="54864" cy="1920240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suggestion (demo)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photo analysis proposes category, severity and confidence. Clearly labelled as not a real model.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Handled &amp; Next Steps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real today and what comes next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274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CivicPulse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800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384048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143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spam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143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Photo, GPS, trust, rate limit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" cy="384048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8288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internet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18288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PWA / offline-ready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54864" cy="384048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14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literacy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514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Voice + Telugu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54864" cy="384048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00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slow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3200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SLA timers + escalation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54864" cy="384048"/>
          </a:xfrm>
          <a:prstGeom prst="rect">
            <a:avLst/>
          </a:prstGeom>
          <a:solidFill>
            <a:srgbClr val="B45F00"/>
          </a:solidFill>
          <a:ln w="12700">
            <a:solidFill>
              <a:srgbClr val="B45F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86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ranking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3886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Visible score breakdown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0" y="1143000"/>
            <a:ext cx="3200400" cy="3383280"/>
          </a:xfrm>
          <a:prstGeom prst="roundRect">
            <a:avLst>
              <a:gd name="adj" fmla="val 3429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150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1737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+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Leaflet / OpenStreetMap tiles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image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SMS notifications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Tirupati wards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7150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CivicPulse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CivicPulse</dc:title>
  <dc:subject>PptxGenJS Presentation</dc:subject>
  <dc:creator>PptxGenJS</dc:creator>
  <cp:lastModifiedBy>PptxGenJS</cp:lastModifiedBy>
  <cp:revision>1</cp:revision>
  <dcterms:created xsi:type="dcterms:W3CDTF">2026-10-04T06:37:27Z</dcterms:created>
  <dcterms:modified xsi:type="dcterms:W3CDTF">2026-10-04T06:37:27Z</dcterms:modified>
</cp:coreProperties>
</file>